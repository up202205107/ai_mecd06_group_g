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32E93-7C5B-433E-9906-B48F5712F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295DA8-91F2-4C5E-8FF5-2EBD369F6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16CA62A-FDF4-4BEA-B750-73DFBC07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F563D70-46D8-44F4-ACF7-D43561BE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DBFA8C-E48B-443D-B6C1-3C0A82B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832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9D64C-2B67-428E-B8A1-53F0F8E1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6D2C3E-F402-41E3-A25B-F9DDDCE76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DE148DD-7548-4566-88C6-E7DD8ADD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AE1BECA-6AA3-457C-8374-87090093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9386F47-93A6-4972-AD81-B551E74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029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007FC-5866-4575-A8F9-C14FC117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B5DDEF6-7A11-499D-B02A-4F46E2829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7CFDEE5-EC04-48D7-BE0C-6C0A2823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D6B7E3D-E3AD-400E-8235-819DDBEB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A0AC7E-1D8E-4EBC-AFA9-50719273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187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0FA0B-C247-40B5-BB98-FD888C38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4ABCA89-0320-4EA5-A889-29E075437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E747F8F-8CA6-45B5-9ADA-CCE007D79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984D9AE-8BED-47E6-8F2E-136F4A3E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80925FB-FCC0-4DB6-9D10-3E7FAC6E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5370588-FD0A-4A38-9548-B3B2F765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00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EDE81-E72B-47B2-B233-2B49B1A04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329BDC6-FA5E-472D-B98C-435707CBF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9C8ABC5-DF14-4986-B116-465D34421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50FC6AF-5885-495D-A97C-E128FE590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14D910B-898A-4E8E-A658-D2BB2EF83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F0E6788-AEA7-4192-B3CA-5287DAC20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9D33337-01EF-4711-877D-F3947871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F2B96E0-3CD7-473E-A4F9-89CFAADB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538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E7A13-2720-4522-8394-1B09987E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F7F622F-72B9-47CC-AED8-F5B9F6EF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10C909E-BD7F-42CA-9DD2-747089D0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98F449B-F8A0-4AD7-92D5-D7B3EA24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1513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2EEB912E-C6A6-4F63-A663-EC10C350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6B0923F3-2954-4658-A35D-2E06D5C73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0F9B676-74FF-48A2-B371-BE09404D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22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0D0FA-D993-40AD-9C74-663E67BD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2D09E-2917-45C3-8D6A-6BE2E88D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5C8E150-A6B2-40DD-9FB7-FD0DDFAB1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4152B02-5F0A-410D-9490-95AAD7D0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1C250E3-D8E7-470A-9345-1C1006C4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F56E68C-DB80-4CD0-8875-B0F3C9F1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087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0D858-E3A4-459A-B10C-5EB73FB8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5FAB9D5-36D4-46B3-AB17-038AC47C6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A0FA628-0C25-43ED-BB17-60D895435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5A87DBF-C01D-4AD5-B5EC-E6AC4132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F3FBDFC-FF8C-41C5-ABFC-6E9BB80A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90F967D-7535-44C8-B3A0-5972FCF6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507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4B08A-0AB3-450B-A7B0-2C6186FF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F9F1A73-6344-428C-8913-893915BFA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F37047E-1C76-4603-ABD9-146E78E0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BB96908-300C-4B9C-924A-5CA35BCD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284AE32-E7AC-4085-BC3B-4422F192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514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9EE87B-07ED-4B6E-8CA9-C8C0EDE6A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E79A635-FCF2-44F2-B4B3-2B2C315CE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D7309A0-6520-4F88-B94D-B3565F45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0FB5A6-D411-4247-8BC4-1FEE0343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8667727-F227-4E9C-96C8-4E5D6358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466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72C4A7C-CBAB-4932-99B4-5D76DAC6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541D535-89FE-4E83-8D45-44D6790D5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293A276-7B9E-4EA6-9CD0-65B56A939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1DDFE-A559-4FEC-AC0C-A6725DCCCA7C}" type="datetimeFigureOut">
              <a:rPr lang="pt-PT" smtClean="0"/>
              <a:t>28/02/2026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E38F75A-2526-4DD0-ADC1-891EF75A8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7338A75-3BEF-4A6C-ADF3-8B95F8348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7CF40-9E62-4D4E-B685-7AEC3FB718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097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7F181-7BE5-41C9-884C-701AC50E18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020039-706C-441C-A7B9-D1589FC481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5310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69362-927A-41F8-80B4-1E02252B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324981F-0155-4D31-BE04-B699D7C16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presentation should contain: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(1) a specification of the work to be performed (definition of the game or optimization problem to be solved),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(2) related work with references to works found in a bibliographic search (articles, web pages, and/or source code),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(3) formulation of the problem as a search problem (state representation, initial state, objective test, operators (names, preconditions, effects, and costs), heuristics/evaluation function) or optimization problem (solution representation, neighborhood/mutation and crossover functions, hard constraints, evaluation functions), and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(4) implementation work already carried out (programming language, development environment, data structures, file structures, among others). 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23460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136</Words>
  <Application>Microsoft Office PowerPoint</Application>
  <PresentationFormat>Ecrã Panorâmico</PresentationFormat>
  <Paragraphs>5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Artur Miguel</dc:creator>
  <cp:lastModifiedBy>Artur Miguel</cp:lastModifiedBy>
  <cp:revision>1</cp:revision>
  <dcterms:created xsi:type="dcterms:W3CDTF">2026-02-28T09:29:06Z</dcterms:created>
  <dcterms:modified xsi:type="dcterms:W3CDTF">2026-03-01T03:37:07Z</dcterms:modified>
</cp:coreProperties>
</file>